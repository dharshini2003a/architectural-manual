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2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132B-8C1C-49F5-9D3E-3481543DC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B151D-FF80-42DE-A4CC-DFB314DB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3B2AB-86C6-470D-A871-718B5454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388B4-C59D-4B19-BE5A-0A03B7A5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D61D-3752-4726-8F24-BB5D0F26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7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04B3-A252-4712-828E-7915D123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5EA14-9D72-4888-BBD2-F44A44D7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30343-9B4D-4EAD-AD63-98263DAE8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4FE9-F728-4617-8DED-D612DE3B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3125-D97F-4503-9A12-21709F765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6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D2CC-52DD-4C8B-9A39-39B29C96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80DC6-9CC1-43DE-9640-63691608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D117-9698-4470-9A51-3D56BF8C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74E2C-05B0-4901-925C-45169F8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6BBD2-AF9E-4992-B666-A5A14957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0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C58F-3979-4E00-A1C0-91C2A7E6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D5B3-8EE7-4701-A019-2B0C958AF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31C77-F805-4988-8B9C-81A0EEAE0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34E6A-AAEB-412C-9CBB-5E29C21F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E6101-95BD-4EE6-A7A0-D411928C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34BD9-DBAC-4A4B-A552-074CEF19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98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68A1-6EB9-4A4A-8488-5AD88B01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04619-9AFA-4DA4-B249-A3BFF95A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91D0-AD5D-4F76-93B6-71191F2AE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2221A-28D1-4C5C-A66C-FDFD9D7FD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6A445-7E62-481F-B008-7B980990B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44305-40A7-4207-A433-80AFE777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6C1FA1-064C-46F7-B602-92688FF7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9D3D5-98AE-4B8A-AD00-1F5D73EF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3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D697-752E-4EDD-8E57-AC1A6356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DE062-A247-46B2-9140-F216F2BA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2973A-813B-4FA5-89C9-8A54F9E8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C53BF-413B-4EB7-B759-60AF7E84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1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6EA9D-5595-4FEC-B416-80FF2922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B7EB2-982A-4DEB-83BA-4BA4A662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C2A4B-F96F-4725-84E8-747A9B4B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59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CF34-0624-4AE0-AB89-735556E33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E836F-F4CD-439C-83F9-CB6CD566F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019B2-1C6B-4416-A8F9-772A8BC1C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E80FF-D361-42AA-A515-D3B2096D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6C3EB-0EC1-43F6-A719-9DC46E25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30670-21C0-4B0C-88F4-1692C038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46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65EF-72F4-4561-9BCB-5484F3F3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5DB8A-698F-40EB-8153-B4396938C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EAA52-412C-433A-A936-79D864020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765B5-851F-4F17-A006-8CC0C394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4E0F7-C1A4-4358-BC1C-7E2E9545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C5988-FBB9-4ACC-8A37-F058604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4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3BE5-47E9-4DCB-8E74-14B9BE54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79BC0-D34B-47A7-B721-0A0520C55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415C7-6E08-49D2-876D-B7A6BF4A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1E1C0-0810-4B52-A59D-B5E1BB2D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53F1D-C007-4FB2-8853-0BE93BDC5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4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1AB60-5D6E-4FF4-96A1-2E0E44AD1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5C181-E038-411F-B415-017B54E82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36C4-0F66-44ED-BBA9-8793071E9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663BC-6532-4F3C-AD5D-4B697DBD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DBC6-FD8A-4905-A713-8B3D15F3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629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9" indent="0" algn="ctr">
              <a:buNone/>
              <a:defRPr sz="2800"/>
            </a:lvl2pPr>
            <a:lvl3pPr marL="914418" indent="0" algn="ctr">
              <a:buNone/>
              <a:defRPr sz="2400"/>
            </a:lvl3pPr>
            <a:lvl4pPr marL="1371627" indent="0" algn="ctr">
              <a:buNone/>
              <a:defRPr sz="2000"/>
            </a:lvl4pPr>
            <a:lvl5pPr marL="1828837" indent="0" algn="ctr">
              <a:buNone/>
              <a:defRPr sz="2000"/>
            </a:lvl5pPr>
            <a:lvl6pPr marL="2286046" indent="0" algn="ctr">
              <a:buNone/>
              <a:defRPr sz="2000"/>
            </a:lvl6pPr>
            <a:lvl7pPr marL="2743255" indent="0" algn="ctr">
              <a:buNone/>
              <a:defRPr sz="2000"/>
            </a:lvl7pPr>
            <a:lvl8pPr marL="3200464" indent="0" algn="ctr">
              <a:buNone/>
              <a:defRPr sz="2000"/>
            </a:lvl8pPr>
            <a:lvl9pPr marL="3657673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271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456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20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8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49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29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35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67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4"/>
            <a:ext cx="3398520" cy="3126987"/>
          </a:xfrm>
        </p:spPr>
        <p:txBody>
          <a:bodyPr>
            <a:normAutofit/>
          </a:bodyPr>
          <a:lstStyle>
            <a:lvl1pPr marL="0" marR="0" indent="0" algn="l" defTabSz="91441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marL="0" marR="0" lvl="0" indent="0" algn="l" defTabSz="914418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687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8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288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92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6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46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39771-24F0-4E30-BA88-DE5C9757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9777D-8630-4248-BCC4-F7770AEE6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6BF2F-01CE-441C-B530-322640B21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9FD7C-F61D-40E9-9160-327C5F874699}" type="datetimeFigureOut">
              <a:rPr lang="en-IN" smtClean="0"/>
              <a:t>29-04-2022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6AE3A-A093-4DDA-90FA-E4761ED2F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B3500-D791-45C5-862E-92E38BB43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056A9-1974-4331-986D-885370BF4F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66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7" y="201168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3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74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18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2" indent="-91442" algn="l" defTabSz="914418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9" indent="-342907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51" indent="-548651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76" indent="-822976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302" indent="-1097302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24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28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32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36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B069C-B587-4E74-91C4-E227E9E62B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>
                <a:latin typeface="Abadi" panose="020B0604020104020204" pitchFamily="34" charset="0"/>
              </a:rPr>
              <a:t>Flow </a:t>
            </a:r>
            <a:r>
              <a:rPr lang="en-IN" dirty="0">
                <a:latin typeface="Abadi" panose="020B0604020104020204" pitchFamily="34" charset="0"/>
              </a:rPr>
              <a:t>considerations &amp; Building Configuration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C24C7E-E94A-4D26-A771-421229E0B1C6}"/>
              </a:ext>
            </a:extLst>
          </p:cNvPr>
          <p:cNvCxnSpPr>
            <a:cxnSpLocks/>
          </p:cNvCxnSpPr>
          <p:nvPr/>
        </p:nvCxnSpPr>
        <p:spPr>
          <a:xfrm>
            <a:off x="0" y="3576148"/>
            <a:ext cx="12167616" cy="24152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001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2190FD7-5C16-403F-9896-E564481910D5}"/>
              </a:ext>
            </a:extLst>
          </p:cNvPr>
          <p:cNvSpPr/>
          <p:nvPr/>
        </p:nvSpPr>
        <p:spPr>
          <a:xfrm>
            <a:off x="1524000" y="6244717"/>
            <a:ext cx="9144000" cy="613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49858E7-A276-4F87-936F-E6489F768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0703" y="0"/>
          <a:ext cx="8812792" cy="6224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49858E7-A276-4F87-936F-E6489F768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0703" y="0"/>
                        <a:ext cx="8812792" cy="6224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1">
            <a:extLst>
              <a:ext uri="{FF2B5EF4-FFF2-40B4-BE49-F238E27FC236}">
                <a16:creationId xmlns:a16="http://schemas.microsoft.com/office/drawing/2014/main" id="{6D181C3B-1694-4892-BA06-3DA6E1C7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346" y="6264553"/>
            <a:ext cx="8224453" cy="613283"/>
          </a:xfrm>
        </p:spPr>
        <p:txBody>
          <a:bodyPr>
            <a:normAutofit/>
          </a:bodyPr>
          <a:lstStyle/>
          <a:p>
            <a:r>
              <a:rPr lang="en-IN" sz="2857" dirty="0">
                <a:solidFill>
                  <a:schemeClr val="bg1"/>
                </a:solidFill>
              </a:rPr>
              <a:t>BUILDING 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38C9F-4F5F-4CF7-BBBB-069D115FB74E}"/>
              </a:ext>
            </a:extLst>
          </p:cNvPr>
          <p:cNvSpPr txBox="1"/>
          <p:nvPr/>
        </p:nvSpPr>
        <p:spPr>
          <a:xfrm>
            <a:off x="1702819" y="5409866"/>
            <a:ext cx="2748643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u="sng" dirty="0">
                <a:solidFill>
                  <a:prstClr val="black"/>
                </a:solidFill>
                <a:latin typeface="Calibri Light" panose="020F0302020204030204"/>
              </a:rPr>
              <a:t>BASEMENT FLOOR</a:t>
            </a:r>
            <a:endParaRPr lang="en-IN" sz="1714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PARKING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EBB06-49CD-495E-8BF3-EC27B3D9A1CE}"/>
              </a:ext>
            </a:extLst>
          </p:cNvPr>
          <p:cNvSpPr txBox="1"/>
          <p:nvPr/>
        </p:nvSpPr>
        <p:spPr>
          <a:xfrm>
            <a:off x="1705724" y="4235506"/>
            <a:ext cx="3306101" cy="883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u="sng" dirty="0">
                <a:solidFill>
                  <a:prstClr val="black"/>
                </a:solidFill>
                <a:latin typeface="Calibri Light" panose="020F0302020204030204"/>
              </a:rPr>
              <a:t>GROUND FLOOR</a:t>
            </a:r>
            <a:endParaRPr lang="en-IN" sz="1714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OP , IP REGISTRATION</a:t>
            </a: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&amp; OP CLINICS (PAYING &amp; FREE)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51024-3CA7-4E4C-944A-83D103CD19C3}"/>
              </a:ext>
            </a:extLst>
          </p:cNvPr>
          <p:cNvSpPr txBox="1"/>
          <p:nvPr/>
        </p:nvSpPr>
        <p:spPr>
          <a:xfrm>
            <a:off x="1705722" y="3287230"/>
            <a:ext cx="3306101" cy="883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u="sng" dirty="0">
                <a:solidFill>
                  <a:prstClr val="black"/>
                </a:solidFill>
                <a:latin typeface="Calibri Light" panose="020F0302020204030204"/>
              </a:rPr>
              <a:t>FIRST FLOOR</a:t>
            </a:r>
            <a:endParaRPr lang="en-IN" sz="1714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OP CLINICS (PAYING)</a:t>
            </a:r>
          </a:p>
          <a:p>
            <a:pPr defTabSz="326578"/>
            <a:endParaRPr lang="en-IN" sz="1714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6B335-CAD0-4F80-84AC-3D41BE3041D7}"/>
              </a:ext>
            </a:extLst>
          </p:cNvPr>
          <p:cNvSpPr txBox="1"/>
          <p:nvPr/>
        </p:nvSpPr>
        <p:spPr>
          <a:xfrm>
            <a:off x="1702819" y="2319765"/>
            <a:ext cx="2748643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u="sng" dirty="0">
                <a:solidFill>
                  <a:prstClr val="black"/>
                </a:solidFill>
                <a:latin typeface="Calibri Light" panose="020F0302020204030204"/>
              </a:rPr>
              <a:t>SECOND FLOOR</a:t>
            </a:r>
            <a:endParaRPr lang="en-IN" sz="1714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IP ROOMS &amp; WARDS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930F4F-0FBB-4E5E-AB4B-4BB83D74DC3A}"/>
              </a:ext>
            </a:extLst>
          </p:cNvPr>
          <p:cNvSpPr txBox="1"/>
          <p:nvPr/>
        </p:nvSpPr>
        <p:spPr>
          <a:xfrm>
            <a:off x="1702819" y="1389698"/>
            <a:ext cx="2748643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u="sng" dirty="0">
                <a:solidFill>
                  <a:prstClr val="black"/>
                </a:solidFill>
                <a:latin typeface="Calibri Light" panose="020F0302020204030204"/>
              </a:rPr>
              <a:t>THIRD FLOOR</a:t>
            </a: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OT COMPLEX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B26EA-6E95-4DEB-8D65-6EA2710C10CA}"/>
              </a:ext>
            </a:extLst>
          </p:cNvPr>
          <p:cNvSpPr txBox="1"/>
          <p:nvPr/>
        </p:nvSpPr>
        <p:spPr>
          <a:xfrm>
            <a:off x="1702820" y="432420"/>
            <a:ext cx="3125445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u="sng" dirty="0">
                <a:solidFill>
                  <a:prstClr val="black"/>
                </a:solidFill>
                <a:latin typeface="Calibri Light" panose="020F0302020204030204"/>
              </a:rPr>
              <a:t>FOURTH FLOOR</a:t>
            </a:r>
            <a:endParaRPr lang="en-IN" sz="1714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TEACHING &amp; TRAINING FACILTY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4314D-42D0-4796-AEDB-8FDC83FD09C7}"/>
              </a:ext>
            </a:extLst>
          </p:cNvPr>
          <p:cNvSpPr txBox="1"/>
          <p:nvPr/>
        </p:nvSpPr>
        <p:spPr>
          <a:xfrm>
            <a:off x="7327627" y="3760456"/>
            <a:ext cx="330610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FREE &amp; PAYING OP CLINICS CONTAINED WITHIN TWO FLOORS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842DE9-AADA-47A6-895D-A7B51822FF65}"/>
              </a:ext>
            </a:extLst>
          </p:cNvPr>
          <p:cNvSpPr txBox="1"/>
          <p:nvPr/>
        </p:nvSpPr>
        <p:spPr>
          <a:xfrm>
            <a:off x="7321835" y="2328337"/>
            <a:ext cx="330610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IP IN A SINGLE FLOOR FOR FUNCTIONAL EASE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B84F4C-410E-451B-B410-B83B808FB44C}"/>
              </a:ext>
            </a:extLst>
          </p:cNvPr>
          <p:cNvSpPr txBox="1"/>
          <p:nvPr/>
        </p:nvSpPr>
        <p:spPr>
          <a:xfrm>
            <a:off x="7321835" y="318133"/>
            <a:ext cx="330610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AUDITORIUM &amp; CLASSROOMS ON THE TOP FLOOR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23491D-0040-4A20-BA9F-4FB04FFB5DC9}"/>
              </a:ext>
            </a:extLst>
          </p:cNvPr>
          <p:cNvSpPr txBox="1"/>
          <p:nvPr/>
        </p:nvSpPr>
        <p:spPr>
          <a:xfrm>
            <a:off x="7321835" y="1327310"/>
            <a:ext cx="330610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dirty="0">
                <a:solidFill>
                  <a:prstClr val="black"/>
                </a:solidFill>
                <a:latin typeface="Calibri Light" panose="020F0302020204030204"/>
              </a:rPr>
              <a:t>OT COMPLEX WITH CSSD EXCLUSIVELY IN ONE FLOOR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FCABC73-F504-4C11-A916-42C31058B093}"/>
              </a:ext>
            </a:extLst>
          </p:cNvPr>
          <p:cNvSpPr/>
          <p:nvPr/>
        </p:nvSpPr>
        <p:spPr>
          <a:xfrm>
            <a:off x="6961572" y="3062778"/>
            <a:ext cx="439349" cy="1974539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480D1-3DEF-40BD-88E3-0722AA5171D0}"/>
              </a:ext>
            </a:extLst>
          </p:cNvPr>
          <p:cNvSpPr txBox="1"/>
          <p:nvPr/>
        </p:nvSpPr>
        <p:spPr>
          <a:xfrm>
            <a:off x="4297432" y="4312824"/>
            <a:ext cx="872774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BE976-EDD3-47F9-AFAB-89CF79EF626A}"/>
              </a:ext>
            </a:extLst>
          </p:cNvPr>
          <p:cNvSpPr txBox="1"/>
          <p:nvPr/>
        </p:nvSpPr>
        <p:spPr>
          <a:xfrm>
            <a:off x="4281270" y="3287229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10451-FA23-4FC9-BD3C-47CC1740BFF8}"/>
              </a:ext>
            </a:extLst>
          </p:cNvPr>
          <p:cNvSpPr txBox="1"/>
          <p:nvPr/>
        </p:nvSpPr>
        <p:spPr>
          <a:xfrm>
            <a:off x="4293967" y="2317381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CB784B-D9F1-4143-A7CC-ACD214AE0E5A}"/>
              </a:ext>
            </a:extLst>
          </p:cNvPr>
          <p:cNvSpPr txBox="1"/>
          <p:nvPr/>
        </p:nvSpPr>
        <p:spPr>
          <a:xfrm>
            <a:off x="4293968" y="1404507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E03689-6F2E-4F3F-9BF9-1145D996C03B}"/>
              </a:ext>
            </a:extLst>
          </p:cNvPr>
          <p:cNvSpPr txBox="1"/>
          <p:nvPr/>
        </p:nvSpPr>
        <p:spPr>
          <a:xfrm>
            <a:off x="4293967" y="400444"/>
            <a:ext cx="872774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+4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5F0C7-8DBC-412C-98EE-EA7CCA620F55}"/>
              </a:ext>
            </a:extLst>
          </p:cNvPr>
          <p:cNvSpPr txBox="1"/>
          <p:nvPr/>
        </p:nvSpPr>
        <p:spPr>
          <a:xfrm>
            <a:off x="4281269" y="5409866"/>
            <a:ext cx="872774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6578"/>
            <a:r>
              <a:rPr lang="en-IN" sz="1714" b="1" dirty="0">
                <a:solidFill>
                  <a:prstClr val="black"/>
                </a:solidFill>
                <a:latin typeface="Calibri Light" panose="020F0302020204030204"/>
              </a:rPr>
              <a:t>Level -1</a:t>
            </a:r>
          </a:p>
        </p:txBody>
      </p:sp>
    </p:spTree>
    <p:extLst>
      <p:ext uri="{BB962C8B-B14F-4D97-AF65-F5344CB8AC3E}">
        <p14:creationId xmlns:p14="http://schemas.microsoft.com/office/powerpoint/2010/main" val="362283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Abadi</vt:lpstr>
      <vt:lpstr>Arial</vt:lpstr>
      <vt:lpstr>Calibri</vt:lpstr>
      <vt:lpstr>Calibri Light</vt:lpstr>
      <vt:lpstr>Office Theme</vt:lpstr>
      <vt:lpstr>Metropolitan</vt:lpstr>
      <vt:lpstr>Acrobat Document</vt:lpstr>
      <vt:lpstr>Flow considerations &amp; Building Configuration</vt:lpstr>
      <vt:lpstr>BUILDING CONFIGURATION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B1. Flow considerations in layout</dc:title>
  <dc:creator>Thulasiraj Ravilla</dc:creator>
  <cp:lastModifiedBy>Sasipriya Karumanchi</cp:lastModifiedBy>
  <cp:revision>6</cp:revision>
  <dcterms:created xsi:type="dcterms:W3CDTF">2021-07-26T04:20:46Z</dcterms:created>
  <dcterms:modified xsi:type="dcterms:W3CDTF">2022-04-29T07:54:49Z</dcterms:modified>
</cp:coreProperties>
</file>