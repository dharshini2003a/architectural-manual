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52" d="100"/>
          <a:sy n="52" d="100"/>
        </p:scale>
        <p:origin x="1162" y="-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8DFA76-D29C-429D-B1E6-335F700EAA73}" type="doc">
      <dgm:prSet loTypeId="urn:microsoft.com/office/officeart/2005/8/layout/process2" loCatId="process" qsTypeId="urn:microsoft.com/office/officeart/2005/8/quickstyle/simple1" qsCatId="simple" csTypeId="urn:microsoft.com/office/officeart/2005/8/colors/colorful3" csCatId="colorful" phldr="1"/>
      <dgm:spPr/>
    </dgm:pt>
    <dgm:pt modelId="{CB955739-2668-40E4-AEB1-9C2FF4C4FD5B}">
      <dgm:prSet phldrT="[Text]" custT="1"/>
      <dgm:spPr/>
      <dgm:t>
        <a:bodyPr/>
        <a:lstStyle/>
        <a:p>
          <a:r>
            <a:rPr lang="en-IN" sz="2400" b="1" dirty="0">
              <a:latin typeface="Berlin Sans FB Demi" panose="020E0802020502020306" pitchFamily="34" charset="0"/>
            </a:rPr>
            <a:t>Preliminary design submission</a:t>
          </a:r>
          <a:endParaRPr lang="en-US" sz="2400" b="1" dirty="0">
            <a:latin typeface="Berlin Sans FB Demi" panose="020E0802020502020306" pitchFamily="34" charset="0"/>
          </a:endParaRPr>
        </a:p>
      </dgm:t>
    </dgm:pt>
    <dgm:pt modelId="{C15D6705-2BD0-43C0-A5D8-A1B7A67F1034}" type="parTrans" cxnId="{88993A96-3BC9-4C12-8245-2D342E671DA3}">
      <dgm:prSet/>
      <dgm:spPr/>
      <dgm:t>
        <a:bodyPr/>
        <a:lstStyle/>
        <a:p>
          <a:endParaRPr lang="en-US" sz="2400" b="1">
            <a:latin typeface="Berlin Sans FB Demi" panose="020E0802020502020306" pitchFamily="34" charset="0"/>
          </a:endParaRPr>
        </a:p>
      </dgm:t>
    </dgm:pt>
    <dgm:pt modelId="{1BEC7428-CE87-4F39-ADD9-04126741D23E}" type="sibTrans" cxnId="{88993A96-3BC9-4C12-8245-2D342E671DA3}">
      <dgm:prSet custT="1"/>
      <dgm:spPr/>
      <dgm:t>
        <a:bodyPr/>
        <a:lstStyle/>
        <a:p>
          <a:endParaRPr lang="en-US" sz="1800" b="1">
            <a:latin typeface="Berlin Sans FB Demi" panose="020E0802020502020306" pitchFamily="34" charset="0"/>
          </a:endParaRPr>
        </a:p>
      </dgm:t>
    </dgm:pt>
    <dgm:pt modelId="{D97963AF-CAE7-49F8-BEC9-95CD34383FF1}">
      <dgm:prSet phldrT="[Text]" custT="1"/>
      <dgm:spPr/>
      <dgm:t>
        <a:bodyPr/>
        <a:lstStyle/>
        <a:p>
          <a:r>
            <a:rPr lang="en-IN" sz="2400" b="1" dirty="0">
              <a:latin typeface="Berlin Sans FB Demi" panose="020E0802020502020306" pitchFamily="34" charset="0"/>
            </a:rPr>
            <a:t>Concept design submission</a:t>
          </a:r>
          <a:endParaRPr lang="en-US" sz="2400" b="1" dirty="0">
            <a:latin typeface="Berlin Sans FB Demi" panose="020E0802020502020306" pitchFamily="34" charset="0"/>
          </a:endParaRPr>
        </a:p>
      </dgm:t>
    </dgm:pt>
    <dgm:pt modelId="{5A2B06CF-1616-41B7-9586-7221F48984E0}" type="parTrans" cxnId="{C13B4F97-D608-401C-B175-2E09BCE21B73}">
      <dgm:prSet/>
      <dgm:spPr/>
      <dgm:t>
        <a:bodyPr/>
        <a:lstStyle/>
        <a:p>
          <a:endParaRPr lang="en-US" sz="2400" b="1">
            <a:latin typeface="Berlin Sans FB Demi" panose="020E0802020502020306" pitchFamily="34" charset="0"/>
          </a:endParaRPr>
        </a:p>
      </dgm:t>
    </dgm:pt>
    <dgm:pt modelId="{5A0C308D-F641-4554-954F-1C080EC0C30C}" type="sibTrans" cxnId="{C13B4F97-D608-401C-B175-2E09BCE21B73}">
      <dgm:prSet custT="1"/>
      <dgm:spPr/>
      <dgm:t>
        <a:bodyPr/>
        <a:lstStyle/>
        <a:p>
          <a:endParaRPr lang="en-US" sz="1800" b="1">
            <a:latin typeface="Berlin Sans FB Demi" panose="020E0802020502020306" pitchFamily="34" charset="0"/>
          </a:endParaRPr>
        </a:p>
      </dgm:t>
    </dgm:pt>
    <dgm:pt modelId="{6876D3D3-663A-4A9B-A2AD-1CB63DFA4719}">
      <dgm:prSet phldrT="[Text]" custT="1"/>
      <dgm:spPr/>
      <dgm:t>
        <a:bodyPr/>
        <a:lstStyle/>
        <a:p>
          <a:r>
            <a:rPr lang="en-IN" sz="2400" b="1" dirty="0">
              <a:latin typeface="Berlin Sans FB Demi" panose="020E0802020502020306" pitchFamily="34" charset="0"/>
            </a:rPr>
            <a:t>Final design submission</a:t>
          </a:r>
          <a:endParaRPr lang="en-US" sz="2400" b="1" dirty="0">
            <a:latin typeface="Berlin Sans FB Demi" panose="020E0802020502020306" pitchFamily="34" charset="0"/>
          </a:endParaRPr>
        </a:p>
      </dgm:t>
    </dgm:pt>
    <dgm:pt modelId="{8B4E17C1-6562-4B00-882D-3E20CF8668E4}" type="parTrans" cxnId="{87A189C9-5F65-47C7-88E4-7976F42442C1}">
      <dgm:prSet/>
      <dgm:spPr/>
      <dgm:t>
        <a:bodyPr/>
        <a:lstStyle/>
        <a:p>
          <a:endParaRPr lang="en-US" sz="2400" b="1">
            <a:latin typeface="Berlin Sans FB Demi" panose="020E0802020502020306" pitchFamily="34" charset="0"/>
          </a:endParaRPr>
        </a:p>
      </dgm:t>
    </dgm:pt>
    <dgm:pt modelId="{E628F178-6A2A-4D7F-9F95-9C90CDCAE73A}" type="sibTrans" cxnId="{87A189C9-5F65-47C7-88E4-7976F42442C1}">
      <dgm:prSet custT="1"/>
      <dgm:spPr/>
      <dgm:t>
        <a:bodyPr/>
        <a:lstStyle/>
        <a:p>
          <a:endParaRPr lang="en-US" sz="1800" b="1">
            <a:latin typeface="Berlin Sans FB Demi" panose="020E0802020502020306" pitchFamily="34" charset="0"/>
          </a:endParaRPr>
        </a:p>
      </dgm:t>
    </dgm:pt>
    <dgm:pt modelId="{A71437BD-9C8E-44F4-B9C9-BAD6BB04A3A7}">
      <dgm:prSet phldrT="[Text]" custT="1"/>
      <dgm:spPr/>
      <dgm:t>
        <a:bodyPr/>
        <a:lstStyle/>
        <a:p>
          <a:r>
            <a:rPr lang="en-IN" sz="2400" b="1" dirty="0">
              <a:latin typeface="Berlin Sans FB Demi" panose="020E0802020502020306" pitchFamily="34" charset="0"/>
            </a:rPr>
            <a:t>Submission for statutory approvals </a:t>
          </a:r>
          <a:endParaRPr lang="en-US" sz="2400" b="1" dirty="0">
            <a:latin typeface="Berlin Sans FB Demi" panose="020E0802020502020306" pitchFamily="34" charset="0"/>
          </a:endParaRPr>
        </a:p>
      </dgm:t>
    </dgm:pt>
    <dgm:pt modelId="{49B4F062-AF76-4BC8-A04E-8594CAB9DE8B}" type="parTrans" cxnId="{E16DE0B3-091D-4D96-8E46-9F479711C0C2}">
      <dgm:prSet/>
      <dgm:spPr/>
      <dgm:t>
        <a:bodyPr/>
        <a:lstStyle/>
        <a:p>
          <a:endParaRPr lang="en-US" sz="2400" b="1">
            <a:latin typeface="Berlin Sans FB Demi" panose="020E0802020502020306" pitchFamily="34" charset="0"/>
          </a:endParaRPr>
        </a:p>
      </dgm:t>
    </dgm:pt>
    <dgm:pt modelId="{79215381-FED1-4EDE-B83A-16D012713CAA}" type="sibTrans" cxnId="{E16DE0B3-091D-4D96-8E46-9F479711C0C2}">
      <dgm:prSet custT="1"/>
      <dgm:spPr/>
      <dgm:t>
        <a:bodyPr/>
        <a:lstStyle/>
        <a:p>
          <a:endParaRPr lang="en-US" sz="1800" b="1">
            <a:latin typeface="Berlin Sans FB Demi" panose="020E0802020502020306" pitchFamily="34" charset="0"/>
          </a:endParaRPr>
        </a:p>
      </dgm:t>
    </dgm:pt>
    <dgm:pt modelId="{B3477C86-0DB0-4D99-BB6B-F41435D29205}">
      <dgm:prSet phldrT="[Text]" custT="1"/>
      <dgm:spPr/>
      <dgm:t>
        <a:bodyPr/>
        <a:lstStyle/>
        <a:p>
          <a:r>
            <a:rPr lang="en-IN" sz="2400" b="1" dirty="0">
              <a:latin typeface="Berlin Sans FB Demi" panose="020E0802020502020306" pitchFamily="34" charset="0"/>
            </a:rPr>
            <a:t>Specifications and estimates submission</a:t>
          </a:r>
          <a:endParaRPr lang="en-US" sz="2400" b="1" dirty="0">
            <a:latin typeface="Berlin Sans FB Demi" panose="020E0802020502020306" pitchFamily="34" charset="0"/>
          </a:endParaRPr>
        </a:p>
      </dgm:t>
    </dgm:pt>
    <dgm:pt modelId="{603C0AFA-3AB4-460C-9C36-3F7041A00301}" type="parTrans" cxnId="{88ADCC31-DBC9-4D4C-9A43-9A6B17351663}">
      <dgm:prSet/>
      <dgm:spPr/>
      <dgm:t>
        <a:bodyPr/>
        <a:lstStyle/>
        <a:p>
          <a:endParaRPr lang="en-US" sz="2400" b="1">
            <a:latin typeface="Berlin Sans FB Demi" panose="020E0802020502020306" pitchFamily="34" charset="0"/>
          </a:endParaRPr>
        </a:p>
      </dgm:t>
    </dgm:pt>
    <dgm:pt modelId="{7B13B716-CF71-4E6D-A683-E7B64A9A6F01}" type="sibTrans" cxnId="{88ADCC31-DBC9-4D4C-9A43-9A6B17351663}">
      <dgm:prSet/>
      <dgm:spPr/>
      <dgm:t>
        <a:bodyPr/>
        <a:lstStyle/>
        <a:p>
          <a:endParaRPr lang="en-US" sz="2400" b="1">
            <a:latin typeface="Berlin Sans FB Demi" panose="020E0802020502020306" pitchFamily="34" charset="0"/>
          </a:endParaRPr>
        </a:p>
      </dgm:t>
    </dgm:pt>
    <dgm:pt modelId="{DE200215-9B5E-43A6-85D7-35CEA8419700}" type="pres">
      <dgm:prSet presAssocID="{AC8DFA76-D29C-429D-B1E6-335F700EAA73}" presName="linearFlow" presStyleCnt="0">
        <dgm:presLayoutVars>
          <dgm:resizeHandles val="exact"/>
        </dgm:presLayoutVars>
      </dgm:prSet>
      <dgm:spPr/>
    </dgm:pt>
    <dgm:pt modelId="{A3729FBE-78F5-4559-87E3-E4115884713B}" type="pres">
      <dgm:prSet presAssocID="{CB955739-2668-40E4-AEB1-9C2FF4C4FD5B}" presName="node" presStyleLbl="node1" presStyleIdx="0" presStyleCnt="5" custScaleX="136055">
        <dgm:presLayoutVars>
          <dgm:bulletEnabled val="1"/>
        </dgm:presLayoutVars>
      </dgm:prSet>
      <dgm:spPr/>
    </dgm:pt>
    <dgm:pt modelId="{FBD70F32-287C-4449-B604-852F58EAC530}" type="pres">
      <dgm:prSet presAssocID="{1BEC7428-CE87-4F39-ADD9-04126741D23E}" presName="sibTrans" presStyleLbl="sibTrans2D1" presStyleIdx="0" presStyleCnt="4"/>
      <dgm:spPr/>
    </dgm:pt>
    <dgm:pt modelId="{C924B8D2-C657-4A95-A95A-C6BB67D29D30}" type="pres">
      <dgm:prSet presAssocID="{1BEC7428-CE87-4F39-ADD9-04126741D23E}" presName="connectorText" presStyleLbl="sibTrans2D1" presStyleIdx="0" presStyleCnt="4"/>
      <dgm:spPr/>
    </dgm:pt>
    <dgm:pt modelId="{FA9C5148-7295-4A72-97D8-9AF8735D2E85}" type="pres">
      <dgm:prSet presAssocID="{D97963AF-CAE7-49F8-BEC9-95CD34383FF1}" presName="node" presStyleLbl="node1" presStyleIdx="1" presStyleCnt="5" custScaleX="137087">
        <dgm:presLayoutVars>
          <dgm:bulletEnabled val="1"/>
        </dgm:presLayoutVars>
      </dgm:prSet>
      <dgm:spPr/>
    </dgm:pt>
    <dgm:pt modelId="{B240EACD-F043-4890-B696-0006AB184760}" type="pres">
      <dgm:prSet presAssocID="{5A0C308D-F641-4554-954F-1C080EC0C30C}" presName="sibTrans" presStyleLbl="sibTrans2D1" presStyleIdx="1" presStyleCnt="4"/>
      <dgm:spPr/>
    </dgm:pt>
    <dgm:pt modelId="{38E29ED5-6F5F-4A1A-8FEF-419942FF9D27}" type="pres">
      <dgm:prSet presAssocID="{5A0C308D-F641-4554-954F-1C080EC0C30C}" presName="connectorText" presStyleLbl="sibTrans2D1" presStyleIdx="1" presStyleCnt="4"/>
      <dgm:spPr/>
    </dgm:pt>
    <dgm:pt modelId="{EF4919D5-78AE-43A1-9168-924B8A392944}" type="pres">
      <dgm:prSet presAssocID="{6876D3D3-663A-4A9B-A2AD-1CB63DFA4719}" presName="node" presStyleLbl="node1" presStyleIdx="2" presStyleCnt="5" custScaleX="138635">
        <dgm:presLayoutVars>
          <dgm:bulletEnabled val="1"/>
        </dgm:presLayoutVars>
      </dgm:prSet>
      <dgm:spPr/>
    </dgm:pt>
    <dgm:pt modelId="{86D8C411-CEDD-4DD1-9FDD-350453A00263}" type="pres">
      <dgm:prSet presAssocID="{E628F178-6A2A-4D7F-9F95-9C90CDCAE73A}" presName="sibTrans" presStyleLbl="sibTrans2D1" presStyleIdx="2" presStyleCnt="4"/>
      <dgm:spPr/>
    </dgm:pt>
    <dgm:pt modelId="{B87A0DD2-CBD0-4C1A-96B9-6D3B70C8500B}" type="pres">
      <dgm:prSet presAssocID="{E628F178-6A2A-4D7F-9F95-9C90CDCAE73A}" presName="connectorText" presStyleLbl="sibTrans2D1" presStyleIdx="2" presStyleCnt="4"/>
      <dgm:spPr/>
    </dgm:pt>
    <dgm:pt modelId="{81BC2AB0-E70E-44BD-A6F7-60BAB26DAFEE}" type="pres">
      <dgm:prSet presAssocID="{A71437BD-9C8E-44F4-B9C9-BAD6BB04A3A7}" presName="node" presStyleLbl="node1" presStyleIdx="3" presStyleCnt="5" custScaleX="143796">
        <dgm:presLayoutVars>
          <dgm:bulletEnabled val="1"/>
        </dgm:presLayoutVars>
      </dgm:prSet>
      <dgm:spPr/>
    </dgm:pt>
    <dgm:pt modelId="{3633AFA6-8677-4363-9EDF-6858FB4927DF}" type="pres">
      <dgm:prSet presAssocID="{79215381-FED1-4EDE-B83A-16D012713CAA}" presName="sibTrans" presStyleLbl="sibTrans2D1" presStyleIdx="3" presStyleCnt="4"/>
      <dgm:spPr/>
    </dgm:pt>
    <dgm:pt modelId="{04C32988-57D8-4FE6-B47E-4CB8275B5E3C}" type="pres">
      <dgm:prSet presAssocID="{79215381-FED1-4EDE-B83A-16D012713CAA}" presName="connectorText" presStyleLbl="sibTrans2D1" presStyleIdx="3" presStyleCnt="4"/>
      <dgm:spPr/>
    </dgm:pt>
    <dgm:pt modelId="{7CA12699-83B2-48EE-AF99-F5E1BE084081}" type="pres">
      <dgm:prSet presAssocID="{B3477C86-0DB0-4D99-BB6B-F41435D29205}" presName="node" presStyleLbl="node1" presStyleIdx="4" presStyleCnt="5" custScaleX="141215">
        <dgm:presLayoutVars>
          <dgm:bulletEnabled val="1"/>
        </dgm:presLayoutVars>
      </dgm:prSet>
      <dgm:spPr/>
    </dgm:pt>
  </dgm:ptLst>
  <dgm:cxnLst>
    <dgm:cxn modelId="{957CD209-2567-475C-A751-0E182B33BA2C}" type="presOf" srcId="{1BEC7428-CE87-4F39-ADD9-04126741D23E}" destId="{FBD70F32-287C-4449-B604-852F58EAC530}" srcOrd="0" destOrd="0" presId="urn:microsoft.com/office/officeart/2005/8/layout/process2"/>
    <dgm:cxn modelId="{7305F518-2F71-499B-8CED-23FDD3DCCB94}" type="presOf" srcId="{D97963AF-CAE7-49F8-BEC9-95CD34383FF1}" destId="{FA9C5148-7295-4A72-97D8-9AF8735D2E85}" srcOrd="0" destOrd="0" presId="urn:microsoft.com/office/officeart/2005/8/layout/process2"/>
    <dgm:cxn modelId="{7B3E0730-D764-41F9-9532-417146839179}" type="presOf" srcId="{CB955739-2668-40E4-AEB1-9C2FF4C4FD5B}" destId="{A3729FBE-78F5-4559-87E3-E4115884713B}" srcOrd="0" destOrd="0" presId="urn:microsoft.com/office/officeart/2005/8/layout/process2"/>
    <dgm:cxn modelId="{88ADCC31-DBC9-4D4C-9A43-9A6B17351663}" srcId="{AC8DFA76-D29C-429D-B1E6-335F700EAA73}" destId="{B3477C86-0DB0-4D99-BB6B-F41435D29205}" srcOrd="4" destOrd="0" parTransId="{603C0AFA-3AB4-460C-9C36-3F7041A00301}" sibTransId="{7B13B716-CF71-4E6D-A683-E7B64A9A6F01}"/>
    <dgm:cxn modelId="{5DDD285B-A3DD-43B9-A7F2-6F8B47272F58}" type="presOf" srcId="{AC8DFA76-D29C-429D-B1E6-335F700EAA73}" destId="{DE200215-9B5E-43A6-85D7-35CEA8419700}" srcOrd="0" destOrd="0" presId="urn:microsoft.com/office/officeart/2005/8/layout/process2"/>
    <dgm:cxn modelId="{4D6CCD45-F580-45AC-8654-D342D2F1973A}" type="presOf" srcId="{79215381-FED1-4EDE-B83A-16D012713CAA}" destId="{3633AFA6-8677-4363-9EDF-6858FB4927DF}" srcOrd="0" destOrd="0" presId="urn:microsoft.com/office/officeart/2005/8/layout/process2"/>
    <dgm:cxn modelId="{DD7E2F6F-BE3A-441C-8D24-3F2211506FB5}" type="presOf" srcId="{5A0C308D-F641-4554-954F-1C080EC0C30C}" destId="{38E29ED5-6F5F-4A1A-8FEF-419942FF9D27}" srcOrd="1" destOrd="0" presId="urn:microsoft.com/office/officeart/2005/8/layout/process2"/>
    <dgm:cxn modelId="{DC134882-4169-4E21-BBD6-F3A9C7654B5A}" type="presOf" srcId="{A71437BD-9C8E-44F4-B9C9-BAD6BB04A3A7}" destId="{81BC2AB0-E70E-44BD-A6F7-60BAB26DAFEE}" srcOrd="0" destOrd="0" presId="urn:microsoft.com/office/officeart/2005/8/layout/process2"/>
    <dgm:cxn modelId="{06551C91-EEF7-4836-B70B-C2DD06B87AF7}" type="presOf" srcId="{79215381-FED1-4EDE-B83A-16D012713CAA}" destId="{04C32988-57D8-4FE6-B47E-4CB8275B5E3C}" srcOrd="1" destOrd="0" presId="urn:microsoft.com/office/officeart/2005/8/layout/process2"/>
    <dgm:cxn modelId="{F577AD94-1FCC-4A60-9499-10EED4715F12}" type="presOf" srcId="{E628F178-6A2A-4D7F-9F95-9C90CDCAE73A}" destId="{B87A0DD2-CBD0-4C1A-96B9-6D3B70C8500B}" srcOrd="1" destOrd="0" presId="urn:microsoft.com/office/officeart/2005/8/layout/process2"/>
    <dgm:cxn modelId="{88993A96-3BC9-4C12-8245-2D342E671DA3}" srcId="{AC8DFA76-D29C-429D-B1E6-335F700EAA73}" destId="{CB955739-2668-40E4-AEB1-9C2FF4C4FD5B}" srcOrd="0" destOrd="0" parTransId="{C15D6705-2BD0-43C0-A5D8-A1B7A67F1034}" sibTransId="{1BEC7428-CE87-4F39-ADD9-04126741D23E}"/>
    <dgm:cxn modelId="{C13B4F97-D608-401C-B175-2E09BCE21B73}" srcId="{AC8DFA76-D29C-429D-B1E6-335F700EAA73}" destId="{D97963AF-CAE7-49F8-BEC9-95CD34383FF1}" srcOrd="1" destOrd="0" parTransId="{5A2B06CF-1616-41B7-9586-7221F48984E0}" sibTransId="{5A0C308D-F641-4554-954F-1C080EC0C30C}"/>
    <dgm:cxn modelId="{2C7F58A4-3A29-44D6-9915-3D825D581897}" type="presOf" srcId="{5A0C308D-F641-4554-954F-1C080EC0C30C}" destId="{B240EACD-F043-4890-B696-0006AB184760}" srcOrd="0" destOrd="0" presId="urn:microsoft.com/office/officeart/2005/8/layout/process2"/>
    <dgm:cxn modelId="{6FC39FAD-C007-4DD0-82F3-DA68F0631F14}" type="presOf" srcId="{6876D3D3-663A-4A9B-A2AD-1CB63DFA4719}" destId="{EF4919D5-78AE-43A1-9168-924B8A392944}" srcOrd="0" destOrd="0" presId="urn:microsoft.com/office/officeart/2005/8/layout/process2"/>
    <dgm:cxn modelId="{14552DB3-E76A-4492-8299-E0F5E8FFE913}" type="presOf" srcId="{E628F178-6A2A-4D7F-9F95-9C90CDCAE73A}" destId="{86D8C411-CEDD-4DD1-9FDD-350453A00263}" srcOrd="0" destOrd="0" presId="urn:microsoft.com/office/officeart/2005/8/layout/process2"/>
    <dgm:cxn modelId="{E16DE0B3-091D-4D96-8E46-9F479711C0C2}" srcId="{AC8DFA76-D29C-429D-B1E6-335F700EAA73}" destId="{A71437BD-9C8E-44F4-B9C9-BAD6BB04A3A7}" srcOrd="3" destOrd="0" parTransId="{49B4F062-AF76-4BC8-A04E-8594CAB9DE8B}" sibTransId="{79215381-FED1-4EDE-B83A-16D012713CAA}"/>
    <dgm:cxn modelId="{7AB406B5-270C-4C3D-9262-A8C92BCD2895}" type="presOf" srcId="{B3477C86-0DB0-4D99-BB6B-F41435D29205}" destId="{7CA12699-83B2-48EE-AF99-F5E1BE084081}" srcOrd="0" destOrd="0" presId="urn:microsoft.com/office/officeart/2005/8/layout/process2"/>
    <dgm:cxn modelId="{87A189C9-5F65-47C7-88E4-7976F42442C1}" srcId="{AC8DFA76-D29C-429D-B1E6-335F700EAA73}" destId="{6876D3D3-663A-4A9B-A2AD-1CB63DFA4719}" srcOrd="2" destOrd="0" parTransId="{8B4E17C1-6562-4B00-882D-3E20CF8668E4}" sibTransId="{E628F178-6A2A-4D7F-9F95-9C90CDCAE73A}"/>
    <dgm:cxn modelId="{018D69CA-FB9D-4C39-9BC8-62252FD2DF55}" type="presOf" srcId="{1BEC7428-CE87-4F39-ADD9-04126741D23E}" destId="{C924B8D2-C657-4A95-A95A-C6BB67D29D30}" srcOrd="1" destOrd="0" presId="urn:microsoft.com/office/officeart/2005/8/layout/process2"/>
    <dgm:cxn modelId="{4E228CFC-7DA0-45FC-ABA7-91B8B1CF1FD4}" type="presParOf" srcId="{DE200215-9B5E-43A6-85D7-35CEA8419700}" destId="{A3729FBE-78F5-4559-87E3-E4115884713B}" srcOrd="0" destOrd="0" presId="urn:microsoft.com/office/officeart/2005/8/layout/process2"/>
    <dgm:cxn modelId="{99FCE531-1D55-447D-BB16-1A0AEB10F390}" type="presParOf" srcId="{DE200215-9B5E-43A6-85D7-35CEA8419700}" destId="{FBD70F32-287C-4449-B604-852F58EAC530}" srcOrd="1" destOrd="0" presId="urn:microsoft.com/office/officeart/2005/8/layout/process2"/>
    <dgm:cxn modelId="{927CCF89-0C27-46DF-B0F8-7901D5533EA4}" type="presParOf" srcId="{FBD70F32-287C-4449-B604-852F58EAC530}" destId="{C924B8D2-C657-4A95-A95A-C6BB67D29D30}" srcOrd="0" destOrd="0" presId="urn:microsoft.com/office/officeart/2005/8/layout/process2"/>
    <dgm:cxn modelId="{F626D3B7-EA57-42B6-8F30-9043E9AD0044}" type="presParOf" srcId="{DE200215-9B5E-43A6-85D7-35CEA8419700}" destId="{FA9C5148-7295-4A72-97D8-9AF8735D2E85}" srcOrd="2" destOrd="0" presId="urn:microsoft.com/office/officeart/2005/8/layout/process2"/>
    <dgm:cxn modelId="{134BB8C4-A552-463D-94D9-EB3C9737E60C}" type="presParOf" srcId="{DE200215-9B5E-43A6-85D7-35CEA8419700}" destId="{B240EACD-F043-4890-B696-0006AB184760}" srcOrd="3" destOrd="0" presId="urn:microsoft.com/office/officeart/2005/8/layout/process2"/>
    <dgm:cxn modelId="{2946B53C-0DC1-4DA3-8410-76498A6645F8}" type="presParOf" srcId="{B240EACD-F043-4890-B696-0006AB184760}" destId="{38E29ED5-6F5F-4A1A-8FEF-419942FF9D27}" srcOrd="0" destOrd="0" presId="urn:microsoft.com/office/officeart/2005/8/layout/process2"/>
    <dgm:cxn modelId="{7111F065-F53F-48E5-9885-0A98C13A24D8}" type="presParOf" srcId="{DE200215-9B5E-43A6-85D7-35CEA8419700}" destId="{EF4919D5-78AE-43A1-9168-924B8A392944}" srcOrd="4" destOrd="0" presId="urn:microsoft.com/office/officeart/2005/8/layout/process2"/>
    <dgm:cxn modelId="{00D7EF3F-42DE-4868-A38E-CC8C64382301}" type="presParOf" srcId="{DE200215-9B5E-43A6-85D7-35CEA8419700}" destId="{86D8C411-CEDD-4DD1-9FDD-350453A00263}" srcOrd="5" destOrd="0" presId="urn:microsoft.com/office/officeart/2005/8/layout/process2"/>
    <dgm:cxn modelId="{6E126EBB-D4D9-431F-9D1C-89C76D3AA219}" type="presParOf" srcId="{86D8C411-CEDD-4DD1-9FDD-350453A00263}" destId="{B87A0DD2-CBD0-4C1A-96B9-6D3B70C8500B}" srcOrd="0" destOrd="0" presId="urn:microsoft.com/office/officeart/2005/8/layout/process2"/>
    <dgm:cxn modelId="{8ABF2A6F-0CE2-4782-B575-F20FEDA4371D}" type="presParOf" srcId="{DE200215-9B5E-43A6-85D7-35CEA8419700}" destId="{81BC2AB0-E70E-44BD-A6F7-60BAB26DAFEE}" srcOrd="6" destOrd="0" presId="urn:microsoft.com/office/officeart/2005/8/layout/process2"/>
    <dgm:cxn modelId="{8166CCC8-6C29-4E9C-90AD-288A6F5C0382}" type="presParOf" srcId="{DE200215-9B5E-43A6-85D7-35CEA8419700}" destId="{3633AFA6-8677-4363-9EDF-6858FB4927DF}" srcOrd="7" destOrd="0" presId="urn:microsoft.com/office/officeart/2005/8/layout/process2"/>
    <dgm:cxn modelId="{09D855F5-E494-4B4D-8062-403C6C2B24FF}" type="presParOf" srcId="{3633AFA6-8677-4363-9EDF-6858FB4927DF}" destId="{04C32988-57D8-4FE6-B47E-4CB8275B5E3C}" srcOrd="0" destOrd="0" presId="urn:microsoft.com/office/officeart/2005/8/layout/process2"/>
    <dgm:cxn modelId="{CBC852E3-37ED-47C4-A539-1D86E2996973}" type="presParOf" srcId="{DE200215-9B5E-43A6-85D7-35CEA8419700}" destId="{7CA12699-83B2-48EE-AF99-F5E1BE084081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729FBE-78F5-4559-87E3-E4115884713B}">
      <dsp:nvSpPr>
        <dsp:cNvPr id="0" name=""/>
        <dsp:cNvSpPr/>
      </dsp:nvSpPr>
      <dsp:spPr>
        <a:xfrm>
          <a:off x="1960180" y="3306"/>
          <a:ext cx="4207639" cy="77315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latin typeface="Berlin Sans FB Demi" panose="020E0802020502020306" pitchFamily="34" charset="0"/>
            </a:rPr>
            <a:t>Preliminary design submission</a:t>
          </a:r>
          <a:endParaRPr lang="en-US" sz="2400" b="1" kern="1200" dirty="0">
            <a:latin typeface="Berlin Sans FB Demi" panose="020E0802020502020306" pitchFamily="34" charset="0"/>
          </a:endParaRPr>
        </a:p>
      </dsp:txBody>
      <dsp:txXfrm>
        <a:off x="1982825" y="25951"/>
        <a:ext cx="4162349" cy="727860"/>
      </dsp:txXfrm>
    </dsp:sp>
    <dsp:sp modelId="{FBD70F32-287C-4449-B604-852F58EAC530}">
      <dsp:nvSpPr>
        <dsp:cNvPr id="0" name=""/>
        <dsp:cNvSpPr/>
      </dsp:nvSpPr>
      <dsp:spPr>
        <a:xfrm rot="5400000">
          <a:off x="3919034" y="795785"/>
          <a:ext cx="289931" cy="3479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kern="1200">
            <a:latin typeface="Berlin Sans FB Demi" panose="020E0802020502020306" pitchFamily="34" charset="0"/>
          </a:endParaRPr>
        </a:p>
      </dsp:txBody>
      <dsp:txXfrm rot="-5400000">
        <a:off x="3959625" y="824778"/>
        <a:ext cx="208751" cy="202952"/>
      </dsp:txXfrm>
    </dsp:sp>
    <dsp:sp modelId="{FA9C5148-7295-4A72-97D8-9AF8735D2E85}">
      <dsp:nvSpPr>
        <dsp:cNvPr id="0" name=""/>
        <dsp:cNvSpPr/>
      </dsp:nvSpPr>
      <dsp:spPr>
        <a:xfrm>
          <a:off x="1944222" y="1163032"/>
          <a:ext cx="4239555" cy="773150"/>
        </a:xfrm>
        <a:prstGeom prst="roundRect">
          <a:avLst>
            <a:gd name="adj" fmla="val 10000"/>
          </a:avLst>
        </a:prstGeom>
        <a:solidFill>
          <a:schemeClr val="accent3">
            <a:hueOff val="1029291"/>
            <a:satOff val="6178"/>
            <a:lumOff val="470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latin typeface="Berlin Sans FB Demi" panose="020E0802020502020306" pitchFamily="34" charset="0"/>
            </a:rPr>
            <a:t>Concept design submission</a:t>
          </a:r>
          <a:endParaRPr lang="en-US" sz="2400" b="1" kern="1200" dirty="0">
            <a:latin typeface="Berlin Sans FB Demi" panose="020E0802020502020306" pitchFamily="34" charset="0"/>
          </a:endParaRPr>
        </a:p>
      </dsp:txBody>
      <dsp:txXfrm>
        <a:off x="1966867" y="1185677"/>
        <a:ext cx="4194265" cy="727860"/>
      </dsp:txXfrm>
    </dsp:sp>
    <dsp:sp modelId="{B240EACD-F043-4890-B696-0006AB184760}">
      <dsp:nvSpPr>
        <dsp:cNvPr id="0" name=""/>
        <dsp:cNvSpPr/>
      </dsp:nvSpPr>
      <dsp:spPr>
        <a:xfrm rot="5400000">
          <a:off x="3919034" y="1955511"/>
          <a:ext cx="289931" cy="3479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1372388"/>
            <a:satOff val="8237"/>
            <a:lumOff val="627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kern="1200">
            <a:latin typeface="Berlin Sans FB Demi" panose="020E0802020502020306" pitchFamily="34" charset="0"/>
          </a:endParaRPr>
        </a:p>
      </dsp:txBody>
      <dsp:txXfrm rot="-5400000">
        <a:off x="3959625" y="1984504"/>
        <a:ext cx="208751" cy="202952"/>
      </dsp:txXfrm>
    </dsp:sp>
    <dsp:sp modelId="{EF4919D5-78AE-43A1-9168-924B8A392944}">
      <dsp:nvSpPr>
        <dsp:cNvPr id="0" name=""/>
        <dsp:cNvSpPr/>
      </dsp:nvSpPr>
      <dsp:spPr>
        <a:xfrm>
          <a:off x="1920285" y="2322758"/>
          <a:ext cx="4287428" cy="773150"/>
        </a:xfrm>
        <a:prstGeom prst="roundRect">
          <a:avLst>
            <a:gd name="adj" fmla="val 10000"/>
          </a:avLst>
        </a:prstGeom>
        <a:solidFill>
          <a:schemeClr val="accent3">
            <a:hueOff val="2058582"/>
            <a:satOff val="12356"/>
            <a:lumOff val="941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latin typeface="Berlin Sans FB Demi" panose="020E0802020502020306" pitchFamily="34" charset="0"/>
            </a:rPr>
            <a:t>Final design submission</a:t>
          </a:r>
          <a:endParaRPr lang="en-US" sz="2400" b="1" kern="1200" dirty="0">
            <a:latin typeface="Berlin Sans FB Demi" panose="020E0802020502020306" pitchFamily="34" charset="0"/>
          </a:endParaRPr>
        </a:p>
      </dsp:txBody>
      <dsp:txXfrm>
        <a:off x="1942930" y="2345403"/>
        <a:ext cx="4242138" cy="727860"/>
      </dsp:txXfrm>
    </dsp:sp>
    <dsp:sp modelId="{86D8C411-CEDD-4DD1-9FDD-350453A00263}">
      <dsp:nvSpPr>
        <dsp:cNvPr id="0" name=""/>
        <dsp:cNvSpPr/>
      </dsp:nvSpPr>
      <dsp:spPr>
        <a:xfrm rot="5400000">
          <a:off x="3919034" y="3115237"/>
          <a:ext cx="289931" cy="3479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2744775"/>
            <a:satOff val="16475"/>
            <a:lumOff val="1255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kern="1200">
            <a:latin typeface="Berlin Sans FB Demi" panose="020E0802020502020306" pitchFamily="34" charset="0"/>
          </a:endParaRPr>
        </a:p>
      </dsp:txBody>
      <dsp:txXfrm rot="-5400000">
        <a:off x="3959625" y="3144230"/>
        <a:ext cx="208751" cy="202952"/>
      </dsp:txXfrm>
    </dsp:sp>
    <dsp:sp modelId="{81BC2AB0-E70E-44BD-A6F7-60BAB26DAFEE}">
      <dsp:nvSpPr>
        <dsp:cNvPr id="0" name=""/>
        <dsp:cNvSpPr/>
      </dsp:nvSpPr>
      <dsp:spPr>
        <a:xfrm>
          <a:off x="1840480" y="3482484"/>
          <a:ext cx="4447038" cy="773150"/>
        </a:xfrm>
        <a:prstGeom prst="roundRect">
          <a:avLst>
            <a:gd name="adj" fmla="val 10000"/>
          </a:avLst>
        </a:prstGeom>
        <a:solidFill>
          <a:schemeClr val="accent3">
            <a:hueOff val="3087872"/>
            <a:satOff val="18534"/>
            <a:lumOff val="141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latin typeface="Berlin Sans FB Demi" panose="020E0802020502020306" pitchFamily="34" charset="0"/>
            </a:rPr>
            <a:t>Submission for statutory approvals </a:t>
          </a:r>
          <a:endParaRPr lang="en-US" sz="2400" b="1" kern="1200" dirty="0">
            <a:latin typeface="Berlin Sans FB Demi" panose="020E0802020502020306" pitchFamily="34" charset="0"/>
          </a:endParaRPr>
        </a:p>
      </dsp:txBody>
      <dsp:txXfrm>
        <a:off x="1863125" y="3505129"/>
        <a:ext cx="4401748" cy="727860"/>
      </dsp:txXfrm>
    </dsp:sp>
    <dsp:sp modelId="{3633AFA6-8677-4363-9EDF-6858FB4927DF}">
      <dsp:nvSpPr>
        <dsp:cNvPr id="0" name=""/>
        <dsp:cNvSpPr/>
      </dsp:nvSpPr>
      <dsp:spPr>
        <a:xfrm rot="5400000">
          <a:off x="3919034" y="4274963"/>
          <a:ext cx="289931" cy="3479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kern="1200">
            <a:latin typeface="Berlin Sans FB Demi" panose="020E0802020502020306" pitchFamily="34" charset="0"/>
          </a:endParaRPr>
        </a:p>
      </dsp:txBody>
      <dsp:txXfrm rot="-5400000">
        <a:off x="3959625" y="4303956"/>
        <a:ext cx="208751" cy="202952"/>
      </dsp:txXfrm>
    </dsp:sp>
    <dsp:sp modelId="{7CA12699-83B2-48EE-AF99-F5E1BE084081}">
      <dsp:nvSpPr>
        <dsp:cNvPr id="0" name=""/>
        <dsp:cNvSpPr/>
      </dsp:nvSpPr>
      <dsp:spPr>
        <a:xfrm>
          <a:off x="1880390" y="4642209"/>
          <a:ext cx="4367218" cy="773150"/>
        </a:xfrm>
        <a:prstGeom prst="roundRect">
          <a:avLst>
            <a:gd name="adj" fmla="val 10000"/>
          </a:avLst>
        </a:prstGeom>
        <a:solidFill>
          <a:schemeClr val="accent3">
            <a:hueOff val="4117163"/>
            <a:satOff val="24712"/>
            <a:lumOff val="188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>
              <a:latin typeface="Berlin Sans FB Demi" panose="020E0802020502020306" pitchFamily="34" charset="0"/>
            </a:rPr>
            <a:t>Specifications and estimates submission</a:t>
          </a:r>
          <a:endParaRPr lang="en-US" sz="2400" b="1" kern="1200" dirty="0">
            <a:latin typeface="Berlin Sans FB Demi" panose="020E0802020502020306" pitchFamily="34" charset="0"/>
          </a:endParaRPr>
        </a:p>
      </dsp:txBody>
      <dsp:txXfrm>
        <a:off x="1903035" y="4664854"/>
        <a:ext cx="4321928" cy="7278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EC08F9-C96C-441D-96E3-16CBC009EDA3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5613A-5B29-4D66-922E-3D1E6374D0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50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5613A-5B29-4D66-922E-3D1E6374D0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73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55318-DB4E-1C4D-46E3-732800F04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1096-0072-D22B-1122-CB8242F20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E9EFF-0B99-F680-0BE6-8F09917BD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0216-E9C5-4735-9526-ACA9F400A31D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FB5E6-1C68-235C-2851-D36A4782A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AEC1A-3F9F-B9C0-4748-B66162289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09E5-24CA-4B6D-9520-A293061EC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183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F2B9F-85C7-FCD4-5907-1B6D639D3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27D3C-504E-3720-6B29-A96E79DC4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BC2E2-D1B0-F9EE-9591-F7A84FFF1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0216-E9C5-4735-9526-ACA9F400A31D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4556D-216B-08C8-FA00-B3C0E3E5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1C695-6231-B1CE-A466-D6221D0D7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09E5-24CA-4B6D-9520-A293061EC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948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F996F-841E-56F3-2CD9-82C50F737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8E84D-2915-8B69-D1D0-230B25DAB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CC31F-2361-E54A-1E76-CF609294E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0216-E9C5-4735-9526-ACA9F400A31D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81CF9-9386-89D4-9017-D0671E18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B9E6A-5031-EC7C-DA1C-BDE9BF697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09E5-24CA-4B6D-9520-A293061EC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88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733C8-63C8-D30C-9C14-5D76076B9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4D2F-6F55-9CAA-EDDA-CF90915DE5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9D6F5-E8B7-9982-7173-6A21AFFF9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1B36F-462A-76A4-2BDA-C66C90D3A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0216-E9C5-4735-9526-ACA9F400A31D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FFAC79-B57D-2AB6-887F-270A451AE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BF72E-A4CF-E372-82BF-85B191EC6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09E5-24CA-4B6D-9520-A293061EC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56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3B789-41A5-E076-2422-02B81552A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D8DCB-7224-FDAC-69A2-7D19702E1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84831-95F6-0003-C66B-9F71E94D1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FEA09F-C51E-8896-D724-B371B24FAA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6D2FEA-54B3-1C05-E4E9-86502B22C3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C8154E-4AD3-7728-0683-EF04CF789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0216-E9C5-4735-9526-ACA9F400A31D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709A4F-D290-78EA-D0D8-9CDA6884F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517C82-D2AC-BD8A-7B68-969FAA3E0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09E5-24CA-4B6D-9520-A293061EC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67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5DC1D-C997-FC77-BAB0-473A7337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ED8F0E-6822-FDE8-4951-EB53E4F8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0216-E9C5-4735-9526-ACA9F400A31D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41EC7-614A-9757-674C-76446EF52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DC8DBF-BE5A-5B8E-8109-7650F9DA7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09E5-24CA-4B6D-9520-A293061EC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170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95CB9D-C709-96AB-2BF2-B92ADDACF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0216-E9C5-4735-9526-ACA9F400A31D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80A6DC-ABF5-56A1-0167-B3125C95F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0FA44-47B0-C05C-1FDF-A69EFD7AD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09E5-24CA-4B6D-9520-A293061EC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782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C885E-C7C3-3128-CB6B-AF1A6F9B3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4E71B-4008-715A-46C5-B16D069DD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E5A3D4-7682-5AD7-44A9-43E1B57E7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B3F2B-0D5D-E7DA-A9AA-86DD1C635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0216-E9C5-4735-9526-ACA9F400A31D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4031E1-3D9C-65C3-DD6B-36CC3E4E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DABF8-EA5E-6492-8CC4-CB494A466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09E5-24CA-4B6D-9520-A293061EC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747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BDEC9-0572-03C1-D14F-4A739230B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10CB63-2D6C-5E87-C817-62D8E169D4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30E0C-0A4C-2549-601D-853996B8B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671C3-B49E-3CEF-CCC8-07A368026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0216-E9C5-4735-9526-ACA9F400A31D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D0F76-C23E-F8EE-C4B6-0A18831EE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72B977-A81E-3606-276C-53CF5B4FA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09E5-24CA-4B6D-9520-A293061EC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46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CF0DE-7A3F-683A-8FA4-813AA27C9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753AD3-B362-A338-7D21-795E2A1B8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0C9A3-CA0A-2501-FB34-086E25FA0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0216-E9C5-4735-9526-ACA9F400A31D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6DB30-1D95-1F56-FF7E-A3F4E8A02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7F09B-B7EF-DA4B-2C6E-99C183203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09E5-24CA-4B6D-9520-A293061EC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4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D111E9-6F92-CFBC-D791-A2FA9B1EA5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A52920-BA2C-B908-1571-9D984E3BB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87856-F352-52D0-CAB9-0AFBB7A0C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80216-E9C5-4735-9526-ACA9F400A31D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1BFF6-347F-439F-4E5F-1204D6B3D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D5861-0E60-9137-3579-A44432307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09E5-24CA-4B6D-9520-A293061EC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80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950D4E-23DB-EBD4-DB99-FF8037F90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1AA7D-49FA-230A-D285-ACEBA4E98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39224-409B-44BB-0DD1-B86FB4F7BE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280216-E9C5-4735-9526-ACA9F400A31D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86104B-09CE-9A70-E424-BBC2C2448F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29581-EBFB-3C91-87EB-B736C5810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1F09E5-24CA-4B6D-9520-A293061EC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44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BE26B72-87BE-392D-90D9-66A826A44D6F}"/>
              </a:ext>
            </a:extLst>
          </p:cNvPr>
          <p:cNvGrpSpPr/>
          <p:nvPr/>
        </p:nvGrpSpPr>
        <p:grpSpPr>
          <a:xfrm>
            <a:off x="1970631" y="472542"/>
            <a:ext cx="8128000" cy="6224250"/>
            <a:chOff x="1970631" y="472542"/>
            <a:chExt cx="8128000" cy="6224250"/>
          </a:xfrm>
        </p:grpSpPr>
        <p:graphicFrame>
          <p:nvGraphicFramePr>
            <p:cNvPr id="6" name="Diagram 5">
              <a:extLst>
                <a:ext uri="{FF2B5EF4-FFF2-40B4-BE49-F238E27FC236}">
                  <a16:creationId xmlns:a16="http://schemas.microsoft.com/office/drawing/2014/main" id="{71446B04-5BD9-C205-9E2F-A23E63488FE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792865386"/>
                </p:ext>
              </p:extLst>
            </p:nvPr>
          </p:nvGraphicFramePr>
          <p:xfrm>
            <a:off x="1970631" y="1278125"/>
            <a:ext cx="8128000" cy="54186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0B2C313-FFF1-597F-F8BF-ABD734EAB11B}"/>
                </a:ext>
              </a:extLst>
            </p:cNvPr>
            <p:cNvSpPr/>
            <p:nvPr/>
          </p:nvSpPr>
          <p:spPr>
            <a:xfrm>
              <a:off x="2737063" y="1278125"/>
              <a:ext cx="730293" cy="791662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latin typeface="Berlin Sans FB Demi" panose="020E0802020502020306" pitchFamily="34" charset="0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1686260-9D6D-06F7-242D-595C59536B07}"/>
                </a:ext>
              </a:extLst>
            </p:cNvPr>
            <p:cNvSpPr/>
            <p:nvPr/>
          </p:nvSpPr>
          <p:spPr>
            <a:xfrm>
              <a:off x="2737062" y="5866147"/>
              <a:ext cx="730293" cy="791662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latin typeface="Berlin Sans FB Demi" panose="020E0802020502020306" pitchFamily="34" charset="0"/>
                </a:rPr>
                <a:t>5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D3C38FF-918A-3147-382B-955DB48089A0}"/>
                </a:ext>
              </a:extLst>
            </p:cNvPr>
            <p:cNvSpPr/>
            <p:nvPr/>
          </p:nvSpPr>
          <p:spPr>
            <a:xfrm>
              <a:off x="2737062" y="4728887"/>
              <a:ext cx="730293" cy="791662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latin typeface="Berlin Sans FB Demi" panose="020E0802020502020306" pitchFamily="34" charset="0"/>
                </a:rPr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FA0FF6D-C52E-D4D4-D7A3-74BDF2BC8ECB}"/>
                </a:ext>
              </a:extLst>
            </p:cNvPr>
            <p:cNvSpPr/>
            <p:nvPr/>
          </p:nvSpPr>
          <p:spPr>
            <a:xfrm>
              <a:off x="2737063" y="3591627"/>
              <a:ext cx="730293" cy="791662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latin typeface="Berlin Sans FB Demi" panose="020E0802020502020306" pitchFamily="34" charset="0"/>
                </a:rPr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77189CD-9B70-3C15-75BB-69CB73031FC5}"/>
                </a:ext>
              </a:extLst>
            </p:cNvPr>
            <p:cNvSpPr/>
            <p:nvPr/>
          </p:nvSpPr>
          <p:spPr>
            <a:xfrm>
              <a:off x="2737063" y="2454367"/>
              <a:ext cx="730293" cy="791662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dirty="0">
                  <a:latin typeface="Berlin Sans FB Demi" panose="020E0802020502020306" pitchFamily="34" charset="0"/>
                </a:rPr>
                <a:t>2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8696BE0-2A76-2128-51C7-83ACB646F178}"/>
                </a:ext>
              </a:extLst>
            </p:cNvPr>
            <p:cNvSpPr txBox="1"/>
            <p:nvPr/>
          </p:nvSpPr>
          <p:spPr>
            <a:xfrm>
              <a:off x="2460902" y="472542"/>
              <a:ext cx="51365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latin typeface="Berlin Sans FB Demi" panose="020E0802020502020306" pitchFamily="34" charset="0"/>
                </a:rPr>
                <a:t>Stages 1 - 5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6767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27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Berlin Sans FB Demi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Sasipriya Karumanchi</dc:creator>
  <cp:lastModifiedBy>Sasipriya Karumanchi</cp:lastModifiedBy>
  <cp:revision>1</cp:revision>
  <dcterms:created xsi:type="dcterms:W3CDTF">2024-04-20T10:29:10Z</dcterms:created>
  <dcterms:modified xsi:type="dcterms:W3CDTF">2024-04-20T10:39:11Z</dcterms:modified>
</cp:coreProperties>
</file>